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  <p:sldId id="267" r:id="rId12"/>
    <p:sldId id="268" r:id="rId13"/>
    <p:sldId id="270" r:id="rId14"/>
    <p:sldId id="271" r:id="rId15"/>
    <p:sldId id="272" r:id="rId16"/>
    <p:sldId id="274" r:id="rId17"/>
    <p:sldId id="275" r:id="rId18"/>
    <p:sldId id="276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576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822960"/>
            <a:ext cx="2011680" cy="2011680"/>
          </a:xfrm>
          <a:prstGeom prst="roundRect">
            <a:avLst>
              <a:gd name="adj" fmla="val 1590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8229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</a:rPr>
              <a:t>✈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PackPal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 App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Social Travel Exploration Mobile Application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F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Avishek Pandey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335584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F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 MIT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73989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F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🏛️  SAE university college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4617720"/>
            <a:ext cx="13716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92808" y="4617720"/>
            <a:ext cx="13716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92808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74136" y="4617720"/>
            <a:ext cx="13716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Cloudinary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55464" y="4617720"/>
            <a:ext cx="13716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PackPal?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20624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4206240" cy="914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0F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PackPal is a mobile application that combines travel exploration with social media functionality.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 Can: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677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Explore travel destinations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📸  Upload and share travel posts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2186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❤️  Like and interact with content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6941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Manage personal profiles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005840"/>
            <a:ext cx="1920240" cy="1627632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005840"/>
            <a:ext cx="192024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20700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0" y="1938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Screens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0" y="1005840"/>
            <a:ext cx="1920240" cy="1627632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1005840"/>
            <a:ext cx="192024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20700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086600" y="1938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Services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852928"/>
            <a:ext cx="1920240" cy="1627632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2852928"/>
            <a:ext cx="192024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05409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029200" y="37856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Feed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86600" y="2852928"/>
            <a:ext cx="1920240" cy="1627632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86600" y="2852928"/>
            <a:ext cx="192024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305409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7086600" y="37856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Features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73152" cy="7132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161288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Build Full-Stack App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371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and develop a complete mobile application integrating frontend, backend, and cloud services.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792224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792224"/>
            <a:ext cx="73152" cy="7132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94767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18653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Real-Time Firebase Data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" y="215798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Firestore real-time listeners for live feed updates without manual refresh.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578608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578608"/>
            <a:ext cx="73152" cy="7132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2734056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Upload &amp; Sharing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9808" y="29443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users to upload travel images via gallery or camera, stored on Cloudinary CDN.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364992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364992"/>
            <a:ext cx="73152" cy="7132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520440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34381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 Feed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9808" y="37307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 social feed similar to Facebook/Instagram with like, share, and delete interactions.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4151376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4151376"/>
            <a:ext cx="73152" cy="7132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" y="4306824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" y="4224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Smooth UI Navigation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49808" y="451713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Ensure consistent UI/UX design and seamless navigation across all app screens.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743200" cy="4023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08176"/>
            <a:ext cx="2743200" cy="338328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72768"/>
            <a:ext cx="54864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910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267712"/>
            <a:ext cx="54864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2860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54864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980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 (ES6+)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54864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6758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Navigation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19272" y="1005840"/>
            <a:ext cx="2743200" cy="40233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0058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19272" y="1408176"/>
            <a:ext cx="2743200" cy="338328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02152" y="1572768"/>
            <a:ext cx="54864" cy="3108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66744" y="15910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 Authentication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502152" y="2267712"/>
            <a:ext cx="54864" cy="3108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66744" y="22860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 Firestore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02152" y="2962656"/>
            <a:ext cx="54864" cy="3108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66744" y="2980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Listeners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02152" y="3657600"/>
            <a:ext cx="54864" cy="3108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6744" y="36758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 Security Rules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27064" y="1005840"/>
            <a:ext cx="2743200" cy="40233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10058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&amp; Tools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27064" y="1408176"/>
            <a:ext cx="2743200" cy="338328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9944" y="1572768"/>
            <a:ext cx="54864" cy="31089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74536" y="15910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Cloudinary CDN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9944" y="2267712"/>
            <a:ext cx="54864" cy="31089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74536" y="22860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Studio AVD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9944" y="2962656"/>
            <a:ext cx="54864" cy="31089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74536" y="2980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9944" y="3657600"/>
            <a:ext cx="54864" cy="31089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74536" y="36758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 ImagePicker API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800600"/>
            <a:ext cx="8686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F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stack? Managed cloud services allow focus on application logic rather than infrastructure provisioning.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2651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914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LAYER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3042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Components · Navigation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useState / useEffect hooks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08960" y="21031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9AA7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06040" cy="2651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05840"/>
            <a:ext cx="2606040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704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171907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91840" y="193852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01568" y="23042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(JWT) · Firestore DB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onSnapshot listeners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0" y="21031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9AA7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06040" cy="2651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606040" cy="914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1704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0" y="171907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TIER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26480" y="193852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Cloudinary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6208" y="23042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upload via REST API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CDN URL storage in Firestore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794760"/>
            <a:ext cx="8321040" cy="4937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82219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38770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79776" y="38587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A0B3"/>
                </a:solidFill>
              </a:rPr>
              <a:t>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38770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Image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77056" y="38587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A0B3"/>
                </a:solidFill>
              </a:rPr>
              <a:t>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38770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Cloudinary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74336" y="38587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A0B3"/>
                </a:solidFill>
              </a:rPr>
              <a:t>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38770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0F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URL Returned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71616" y="38587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A0B3"/>
                </a:solidFill>
              </a:rPr>
              <a:t>›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38770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68896" y="38587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A0B3"/>
                </a:solidFill>
              </a:rPr>
              <a:t>›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0" y="38770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 Display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SCREENS — HOME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926080" cy="3840480"/>
          </a:xfrm>
          <a:prstGeom prst="rect">
            <a:avLst/>
          </a:prstGeom>
          <a:solidFill>
            <a:srgbClr val="0E9AA7"/>
          </a:solidFill>
          <a:ln w="12700">
            <a:solidFill>
              <a:srgbClr val="CCCCC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143000"/>
            <a:ext cx="2615184" cy="3108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143000"/>
            <a:ext cx="2615184" cy="201168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🏝️  PackPal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2450592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813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🌄 Pokhara, Nepal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Tap to explore →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58368" y="2331720"/>
            <a:ext cx="2450592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95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🏖️ Bali, </a:t>
            </a:r>
            <a:r>
              <a:rPr lang="en-US" sz="900" b="1" dirty="0" err="1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Indonasia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2651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Tap to explore →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58368" y="3246120"/>
            <a:ext cx="2450592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10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🗼 Paris, France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Tap to explore →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0" y="987552"/>
            <a:ext cx="5074920" cy="3474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9875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1335024"/>
            <a:ext cx="5074920" cy="137160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1517904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41648" y="1481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Displays curated travel destinations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0" y="1920240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41648" y="1883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slideshow per destination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2322576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41648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to detailed destination 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2798064"/>
            <a:ext cx="50749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279806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Implementation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0" y="3145536"/>
            <a:ext cx="5074920" cy="164592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0" y="3328416"/>
            <a:ext cx="128016" cy="128016"/>
          </a:xfrm>
          <a:prstGeom prst="ellipse">
            <a:avLst/>
          </a:prstGeom>
          <a:solidFill>
            <a:srgbClr val="8CA0B3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41648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FlatList component for performant destination rendering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40480" y="3803904"/>
            <a:ext cx="128016" cy="128016"/>
          </a:xfrm>
          <a:prstGeom prst="ellipse">
            <a:avLst/>
          </a:prstGeom>
          <a:solidFill>
            <a:srgbClr val="8CA0B3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41648" y="3767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slider using horizontal ScrollView (pagingEnabled: true)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40480" y="4279392"/>
            <a:ext cx="128016" cy="128016"/>
          </a:xfrm>
          <a:prstGeom prst="ellipse">
            <a:avLst/>
          </a:prstGeom>
          <a:solidFill>
            <a:srgbClr val="8CA0B3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41648" y="4242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Replaced static images with dynamic multi-photo carousel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SCREENS — DETAILS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Details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926080" cy="3840480"/>
          </a:xfrm>
          <a:prstGeom prst="rect">
            <a:avLst/>
          </a:prstGeom>
          <a:solidFill>
            <a:srgbClr val="E07B39"/>
          </a:solidFill>
          <a:ln w="12700">
            <a:solidFill>
              <a:srgbClr val="CCCCC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143000"/>
            <a:ext cx="2615184" cy="3108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143000"/>
            <a:ext cx="2615184" cy="201168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← Destination Detail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2615184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44168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7B39"/>
                </a:solidFill>
              </a:rPr>
              <a:t>🌄  [ ◀  Images  ▶ 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423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📍 Manali, Himachal Pradesh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Famous for snow-capped peaks and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adventure sports all year round.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77240" y="3246120"/>
            <a:ext cx="1828800" cy="2926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on TripAdvisor →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0" y="987552"/>
            <a:ext cx="507492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9875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1335024"/>
            <a:ext cx="5074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1517904"/>
            <a:ext cx="128016" cy="12801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1648" y="1481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Displays selected destination details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1920240"/>
            <a:ext cx="128016" cy="12801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41648" y="1883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images via horizontal slider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0" y="2322576"/>
            <a:ext cx="128016" cy="12801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"View on TripAdvisor" deep-link integration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2798064"/>
            <a:ext cx="5074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279806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Key Improvement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3145536"/>
            <a:ext cx="5074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22192" y="3310128"/>
            <a:ext cx="54864" cy="12801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332841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977640" y="354787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static image — limited and uninspiring for a travel app.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77640" y="39136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B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77640" y="41330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horizontal scroll slideshow — multiple real photos per destination.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SCREENS — PROFILE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926080" cy="3840480"/>
          </a:xfrm>
          <a:prstGeom prst="rect">
            <a:avLst/>
          </a:prstGeom>
          <a:solidFill>
            <a:srgbClr val="2DBD8F"/>
          </a:solidFill>
          <a:ln w="12700">
            <a:solidFill>
              <a:srgbClr val="CCCCC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143000"/>
            <a:ext cx="2615184" cy="3108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143000"/>
            <a:ext cx="2615184" cy="201168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B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Profile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554480" y="1475994"/>
            <a:ext cx="822960" cy="822960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45336" y="147599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37744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 err="1">
                <a:solidFill>
                  <a:srgbClr val="FFFFFF"/>
                </a:solidFill>
                <a:latin typeface="Trebuchet MS" pitchFamily="34" charset="0"/>
              </a:rPr>
              <a:t>Abhi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2633472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avishek@example.com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42416" y="2926080"/>
            <a:ext cx="1828800" cy="274320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93497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📷  Update Photo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0" y="987552"/>
            <a:ext cx="5074920" cy="347472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9875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1335024"/>
            <a:ext cx="5074920" cy="137160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1517904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1648" y="1481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Displays user name and profile picture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1920240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41648" y="1883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profile image from camera or gallery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0" y="2322576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stored in Cloudinary, URL saved to Firestore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2798064"/>
            <a:ext cx="5074920" cy="347472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279806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Problem Solved: Image Not Syncing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3145536"/>
            <a:ext cx="5074920" cy="164592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0" y="3328416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41648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 adopted as single source of truth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3675888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41648" y="3639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photo URL updated in Firestore on every upload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4023360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41648" y="39867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screens read from Firestore — no local state mismatch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0" y="4370832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41648" y="43342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Cache-busting via timestamp query param on image URL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SCREENS — FEEDS (CORE FEATURE)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Feeds Screen — Core Feature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926080" cy="3840480"/>
          </a:xfrm>
          <a:prstGeom prst="rect">
            <a:avLst/>
          </a:prstGeom>
          <a:solidFill>
            <a:srgbClr val="1B3A5C"/>
          </a:solidFill>
          <a:ln w="12700">
            <a:solidFill>
              <a:srgbClr val="CCCCC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143000"/>
            <a:ext cx="2615184" cy="3108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143000"/>
            <a:ext cx="2615184" cy="201168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📸  Feed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2505456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35608"/>
            <a:ext cx="201168" cy="2011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447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21792" y="1673352"/>
            <a:ext cx="2505456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673352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🌄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8368" y="26151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Beautiful sunset in Manali!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58368" y="2834640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❤️  12   🔗 Share   🗑️ Delete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703320" y="987552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03320" y="987552"/>
            <a:ext cx="237744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3048" y="111556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 Real-Time Feed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13048" y="1426464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 onSnapshot listener, posts update live without refresh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45352" y="987552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45352" y="987552"/>
            <a:ext cx="237744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11556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Author Profiles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55080" y="1426464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name &amp; photo fetched via usersMap client-side cache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03320" y="2313432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03320" y="2313432"/>
            <a:ext cx="2377440" cy="73152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13048" y="244144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❤️  Like System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13048" y="2752344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like per user enforced via arrayUnion/arrayRemove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45352" y="2313432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45352" y="2313432"/>
            <a:ext cx="237744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44144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🗑️  Delete Control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5080" y="2752344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button shown only to post owner — access controlled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03320" y="3639312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03320" y="3639312"/>
            <a:ext cx="237744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13048" y="376732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Share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13048" y="4078224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device share sheet via React Native Share API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45352" y="3639312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45352" y="3639312"/>
            <a:ext cx="2377440" cy="73152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376732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 Card-Based UI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355080" y="4078224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media-inspired card layout with consistent spacing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Encountered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Major Issues Faced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4023360" cy="242316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45336"/>
            <a:ext cx="128016" cy="128016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upload errors (image upload failures)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048256"/>
            <a:ext cx="128016" cy="128016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 errors in Firebase Firestore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551176"/>
            <a:ext cx="128016" cy="128016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514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 feature inconsistencies (multiple likes)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054096"/>
            <a:ext cx="128016" cy="128016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image not updating across screens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40233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Unresolved / Ongoing Issues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353312"/>
            <a:ext cx="4023360" cy="242316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1545336"/>
            <a:ext cx="128016" cy="12801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3208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 mode UI inconsistency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2048256"/>
            <a:ext cx="128016" cy="12801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image not always visible in feed cards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2551176"/>
            <a:ext cx="128016" cy="12801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2514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integration and location handling issues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931920"/>
            <a:ext cx="832104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5840" y="4005072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F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presentation walks through how each major issue was identified, root-caused, and resolved — and what remains as future work.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SOLVED — MEDIA UPLOAD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Upload: Problem &amp;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023360" cy="347472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35024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17904"/>
            <a:ext cx="128016" cy="128016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81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upload failures in Cloudinary API calls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920240"/>
            <a:ext cx="128016" cy="128016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836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Incorrect file format handling caused rejections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322576"/>
            <a:ext cx="128016" cy="128016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error handling — silent failures with no user feedback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926080"/>
            <a:ext cx="4023360" cy="347472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26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Solution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273552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456432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198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Used Expo ImagePicker API for gallery &amp; camera access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803904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767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 converted to correct format (base64 / FormData)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151376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Cloudinary REST API returns persistent CDN URL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4498848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462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URL stored in Firestore post document immediately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987552"/>
            <a:ext cx="4023360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987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Pipeline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335024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12080" y="1481328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0" y="14813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selects image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(Gallery or Camera)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18653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3"/>
                </a:solidFill>
              </a:rPr>
              <a:t>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12080" y="2121408"/>
            <a:ext cx="365760" cy="36576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0" y="2121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converted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correct format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7800" y="250545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3"/>
                </a:solidFill>
              </a:rPr>
              <a:t>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12080" y="2761488"/>
            <a:ext cx="365760" cy="36576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☁️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0" y="27614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Uploaded to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Cloudinary via REST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57800" y="314553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3"/>
                </a:solidFill>
              </a:rPr>
              <a:t>↓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12080" y="3401568"/>
            <a:ext cx="365760" cy="365760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🔗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69280" y="34015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CDN URL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57800" y="378561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0B3"/>
                </a:solidFill>
              </a:rPr>
              <a:t>↓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212080" y="4041648"/>
            <a:ext cx="365760" cy="36576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0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69280" y="40416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URL stored in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 document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SOLVED — FIREBASE PERMISSIONS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 Permission Errors: Solved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023360" cy="347472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35024"/>
            <a:ext cx="4023360" cy="128016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17904"/>
            <a:ext cx="128016" cy="128016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81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 permission-denied error on Firestore reads/writes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1920240"/>
            <a:ext cx="128016" cy="128016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836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blocked from reading user and post documents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322576"/>
            <a:ext cx="128016" cy="128016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Caused blank screens and silent failures across the app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706624"/>
            <a:ext cx="40233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066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Root Cause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054096"/>
            <a:ext cx="4023360" cy="82296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23697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 Security Rules were set to deny all access by default — no custom rules configured for the project.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968496"/>
            <a:ext cx="4023360" cy="347472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684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Solution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315968"/>
            <a:ext cx="4023360" cy="59436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4471416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4434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 rules updated — authenticated access permitted for users and posts collections.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987552"/>
            <a:ext cx="4023360" cy="3474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987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 Security Rules (Before)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335024"/>
            <a:ext cx="4023360" cy="118872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371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/{document=**} {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allow read, write: if false;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❌ blocks everything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05C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615184"/>
            <a:ext cx="4023360" cy="347472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6151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 Security Rules (After)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962656"/>
            <a:ext cx="4023360" cy="182880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999232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2DB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/users/{userId} {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2DB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allow read, write: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2DB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request.auth != null;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2DB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2DB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/posts/{postId} {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2DB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allow read, write: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2DB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request.auth != null;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2DB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UNRESOLVED ISSUES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Ongoing &amp; Unresolved Issues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1207008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832104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07008"/>
            <a:ext cx="402336" cy="40233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097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 Mode UI Inconsistency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24128" y="14081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UI is not fully adapted for dark theme. Some screens use light backgrounds that do not honour the system dark mode setting, resulting in visual inconsistency.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15000" y="10972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15000" y="133502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Cosmetic — does not affect functionality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15000" y="16459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B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715000" y="186537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F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a global theme context using React Context API with dark/light palettes applied to all screen components.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331720"/>
            <a:ext cx="8321040" cy="1207008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331720"/>
            <a:ext cx="8321040" cy="73152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532888"/>
            <a:ext cx="402336" cy="402336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4231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Image in Feed Cards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24128" y="27340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images sometimes appear delayed or not displayed at all due to async Firestore loading. Placeholder is shown briefly before the image resolves.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24231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715000" y="266090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degradation — visible flicker on slower connections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15000" y="297180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B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715000" y="319125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F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Pre-load user profile data before rendering feed, or add smooth skeleton loading placeholders.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657600"/>
            <a:ext cx="8321040" cy="1207008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657600"/>
            <a:ext cx="832104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858768"/>
            <a:ext cx="402336" cy="40233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3749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Integration Issues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24128" y="40599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 services and map API integration are incomplete. Destination coordinates are not yet linked to a native map view, and the location permission flow is unhandled.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15000" y="37490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15000" y="398678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gap — map view non-functional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15000" y="42976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B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715000" y="451713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F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 React Native Maps with Google Maps API; handle location permissions using Expo Location.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 DESIGN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 Design Philosophy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87552"/>
            <a:ext cx="416052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07008"/>
            <a:ext cx="475488" cy="47548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7864" y="122529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&amp; Minimal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7393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 photography is the star — interface chrome is deliberately restrained so imagery remains the focal point.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82312" y="987552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2312" y="987552"/>
            <a:ext cx="416052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65192" y="1207008"/>
            <a:ext cx="475488" cy="47548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207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68696" y="122529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 Layout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177393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Card-based components used throughout Home, Feed, and Profile screens — familiar and scannable information architecture.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907792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907792"/>
            <a:ext cx="416052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127248"/>
            <a:ext cx="475488" cy="47548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27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97864" y="314553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69417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Flexbox layout engine ensures the UI adapts to varying screen sizes and aspect ratios across Android devices.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82312" y="2907792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82312" y="2907792"/>
            <a:ext cx="416052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65192" y="3127248"/>
            <a:ext cx="475488" cy="47548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3127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68696" y="314553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Social-Inspired Feed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65192" y="369417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 design mirrors established platforms (Instagram/Facebook) — users onboard instantly with no learning curve.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800600"/>
            <a:ext cx="8686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F0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Navigation: Bottom Tab navigator (5 screens) + Stack navigator for Detail screen and modal flows.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DEBUGGING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Debugging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023360" cy="3474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🧪  Testing Methods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35024"/>
            <a:ext cx="4023360" cy="182880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17904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81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Studio AVD — Pixel 6 emulator (Android 13)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1920240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836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functional testing against defined user scenarios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322576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Console.log diagnostics at key data-flow boundaries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724912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6883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 platform logs for Firestore rule violations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255264"/>
            <a:ext cx="4023360" cy="347472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552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Issues Debugged &amp; Fixed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602736"/>
            <a:ext cx="4023360" cy="128016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785616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rendering issues in Feeds screen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4069080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0325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management errors with usersMap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352544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159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bugs on screen transitions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4636008"/>
            <a:ext cx="128016" cy="12801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4599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 security rule permission denials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987552"/>
            <a:ext cx="402336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987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Test Scenarios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1335024"/>
            <a:ext cx="4023360" cy="3547872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64608" y="1481328"/>
            <a:ext cx="201168" cy="201168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1481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38928" y="1481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 login &amp; session persistence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64608" y="1883664"/>
            <a:ext cx="201168" cy="201168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38928" y="18836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image upload &amp; cross-screen sync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64608" y="2286000"/>
            <a:ext cx="201168" cy="201168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2286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38928" y="2286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creation via gallery &amp; camera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64608" y="2688336"/>
            <a:ext cx="201168" cy="201168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38928" y="26883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 toggle — add and remove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64608" y="3090672"/>
            <a:ext cx="201168" cy="201168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3090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38928" y="30906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post — owner vs non-owner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64608" y="3493008"/>
            <a:ext cx="201168" cy="201168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38928" y="3493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between all 5 screens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64608" y="3895344"/>
            <a:ext cx="201168" cy="201168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3895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38928" y="38953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 real-time feed updates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64608" y="4297680"/>
            <a:ext cx="201168" cy="201168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4297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38928" y="42976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 render with multiple authors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713232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73152" cy="7132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161288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078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Comments System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29000" y="120700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Threaded comments on posts — the next logical social feature. Requires a nested sub-collection in Firestore.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792224"/>
            <a:ext cx="8321040" cy="713232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792224"/>
            <a:ext cx="73152" cy="71323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947672"/>
            <a:ext cx="402336" cy="40233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18653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🌙  Dark Mode Support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29000" y="199339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dark theme using React Context API — applies consistent palette across all screens and components.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578608"/>
            <a:ext cx="8321040" cy="713232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578608"/>
            <a:ext cx="73152" cy="7132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2734056"/>
            <a:ext cx="402336" cy="40233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Map Integration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29000" y="277977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 Maps + Google Maps API integration with Expo Location for destination geo-linking.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364992"/>
            <a:ext cx="8321040" cy="713232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364992"/>
            <a:ext cx="73152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520440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3438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🔔  Notifications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29000" y="35661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 Cloud Messaging (FCM) for push notifications on likes, comments and new followers.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4151376"/>
            <a:ext cx="8321040" cy="713232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4151376"/>
            <a:ext cx="73152" cy="713232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" y="4306824"/>
            <a:ext cx="402336" cy="402336"/>
          </a:xfrm>
          <a:prstGeom prst="ellipse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" y="4224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User Following System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29000" y="435254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Directed social graph — follow/unfollow to personalise feed content per user.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1148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PackPal Demonstrates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35024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17904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81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mobile development with React Native + Firebase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1975104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385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of multiple cloud services (Auth, Firestore, Cloudinary)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432304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problem solving — 5 documented challenges resolved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889504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8529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Asynchronous programming and async-first UI design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346704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3101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patterns: single source of truth, cache invalidation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987552"/>
            <a:ext cx="4023360" cy="4389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987552"/>
            <a:ext cx="402336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789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1572768"/>
            <a:ext cx="1645920" cy="141732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1572768"/>
            <a:ext cx="164592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892040" y="25054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Screens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1572768"/>
            <a:ext cx="1645920" cy="141732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1572768"/>
            <a:ext cx="1645920" cy="73152"/>
          </a:xfrm>
          <a:prstGeom prst="rect">
            <a:avLst/>
          </a:prstGeom>
          <a:solidFill>
            <a:srgbClr val="2DBD8F"/>
          </a:solidFill>
          <a:ln w="12700">
            <a:solidFill>
              <a:srgbClr val="2DB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DB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766560" y="25054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Bugs Resolved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3264408"/>
            <a:ext cx="1645920" cy="141732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3264408"/>
            <a:ext cx="164592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429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4892040" y="419709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Unresolved Issues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66560" y="3264408"/>
            <a:ext cx="1645920" cy="1417320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3264408"/>
            <a:ext cx="164592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429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6766560" y="419709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Services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005072"/>
            <a:ext cx="4114800" cy="877824"/>
          </a:xfrm>
          <a:prstGeom prst="rect">
            <a:avLst/>
          </a:prstGeom>
          <a:solidFill>
            <a:srgbClr val="D0F0F4"/>
          </a:solidFill>
          <a:ln w="12700">
            <a:solidFill>
              <a:srgbClr val="D0F0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59936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successful implementations and areas for future improvement are documented, reflecting a realistic view of professional software development.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97280"/>
            <a:ext cx="5029200" cy="5029200"/>
          </a:xfrm>
          <a:prstGeom prst="ellipse">
            <a:avLst/>
          </a:prstGeom>
          <a:solidFill>
            <a:srgbClr val="0B7A84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114800" cy="4114800"/>
          </a:xfrm>
          <a:prstGeom prst="ellipse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0" y="2523744"/>
            <a:ext cx="3657600" cy="3657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</a:rPr>
              <a:t>Avishek Pandey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4553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 ·  SAE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" y="3749040"/>
            <a:ext cx="137160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50008" y="3749040"/>
            <a:ext cx="137160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0008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86200" y="3749040"/>
            <a:ext cx="137160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Cloudinary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22392" y="3749040"/>
            <a:ext cx="137160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58584" y="3749040"/>
            <a:ext cx="137160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CA0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PackPal — A Social Travel Exploration Mobile Application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1625</Words>
  <Application>Microsoft Office PowerPoint</Application>
  <PresentationFormat>On-screen Show (16:9)</PresentationFormat>
  <Paragraphs>360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PackPal Travel App</dc:title>
  <dc:subject>PptxGenJS Presentation</dc:subject>
  <dc:creator>Aniket Kumar Shah</dc:creator>
  <cp:lastModifiedBy>suprima rimal</cp:lastModifiedBy>
  <cp:revision>3</cp:revision>
  <dcterms:created xsi:type="dcterms:W3CDTF">2026-04-20T04:30:38Z</dcterms:created>
  <dcterms:modified xsi:type="dcterms:W3CDTF">2026-04-20T05:15:11Z</dcterms:modified>
</cp:coreProperties>
</file>